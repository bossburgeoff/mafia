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Inter SemiBold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  <p:embeddedFont>
      <p:font typeface="Noto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2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C0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29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975" y="2083858"/>
            <a:ext cx="825479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ИНТЕРАКТИВНЫЙ ПРОТОТИП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15975" y="2228155"/>
            <a:ext cx="7645209" cy="3022600"/>
          </a:xfrm>
          <a:prstGeom prst="rect">
            <a:avLst/>
          </a:prstGeom>
          <a:noFill/>
          <a:ln/>
        </p:spPr>
        <p:txBody>
          <a:bodyPr wrap="square" lIns="0" tIns="215895" rIns="0" bIns="215895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800" b="1" spc="-1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Мафия 2026:</a:t>
            </a:r>
            <a:endParaRPr lang="en-US" sz="68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6800" b="1" spc="-1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классика в телефоне</a:t>
            </a:r>
            <a:endParaRPr lang="en-US" sz="6800" dirty="0"/>
          </a:p>
        </p:txBody>
      </p:sp>
      <p:sp>
        <p:nvSpPr>
          <p:cNvPr id="4" name="Shape 2"/>
          <p:cNvSpPr/>
          <p:nvPr/>
        </p:nvSpPr>
        <p:spPr>
          <a:xfrm>
            <a:off x="1015975" y="5158680"/>
            <a:ext cx="2522871" cy="38100"/>
          </a:xfrm>
          <a:prstGeom prst="roundRect">
            <a:avLst>
              <a:gd name="adj" fmla="val 49999"/>
            </a:avLst>
          </a:prstGeom>
          <a:solidFill>
            <a:srgbClr val="A64C42"/>
          </a:solidFill>
          <a:ln/>
        </p:spPr>
      </p:sp>
      <p:sp>
        <p:nvSpPr>
          <p:cNvPr id="5" name="Text 3"/>
          <p:cNvSpPr/>
          <p:nvPr/>
        </p:nvSpPr>
        <p:spPr>
          <a:xfrm>
            <a:off x="1015975" y="5423857"/>
            <a:ext cx="7645209" cy="102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Партия без ведущего.</a:t>
            </a:r>
            <a:endParaRPr lang="en-US" sz="1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Боты вместо недостающих игроков.</a:t>
            </a:r>
            <a:endParaRPr lang="en-US" sz="1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Всё в одном приложении.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658"/>
            <a:ext cx="6705432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B9A7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ЗАЧЕМ ПРОДУКТ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02009"/>
            <a:ext cx="6095848" cy="1096764"/>
          </a:xfrm>
          <a:prstGeom prst="rect">
            <a:avLst/>
          </a:prstGeom>
          <a:noFill/>
          <a:ln/>
        </p:spPr>
        <p:txBody>
          <a:bodyPr wrap="square" lIns="0" tIns="107947" rIns="0" bIns="107947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68" kern="100" dirty="0">
                <a:solidFill>
                  <a:srgbClr val="FF8BA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Любимая игра требует ведущего и компании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931815"/>
            <a:ext cx="2895528" cy="1830586"/>
          </a:xfrm>
          <a:prstGeom prst="rect">
            <a:avLst/>
          </a:prstGeom>
          <a:solidFill>
            <a:srgbClr val="353030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931815"/>
            <a:ext cx="2895528" cy="3810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162484"/>
            <a:ext cx="2438339" cy="774105"/>
          </a:xfrm>
          <a:prstGeom prst="rect">
            <a:avLst/>
          </a:prstGeom>
          <a:noFill/>
          <a:ln/>
        </p:spPr>
        <p:txBody>
          <a:bodyPr wrap="square" lIns="0" tIns="76198" rIns="0" bIns="76198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" b="1" spc="-48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Собрать 8–10 человек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8179" y="3960809"/>
            <a:ext cx="2438339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Пустые места в партии занимают боты.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09905" y="2931815"/>
            <a:ext cx="2895528" cy="1830586"/>
          </a:xfrm>
          <a:prstGeom prst="rect">
            <a:avLst/>
          </a:prstGeom>
          <a:solidFill>
            <a:srgbClr val="353030"/>
          </a:solidFill>
          <a:ln/>
        </p:spPr>
      </p:sp>
      <p:sp>
        <p:nvSpPr>
          <p:cNvPr id="9" name="Shape 7"/>
          <p:cNvSpPr/>
          <p:nvPr/>
        </p:nvSpPr>
        <p:spPr>
          <a:xfrm>
            <a:off x="3809905" y="2931815"/>
            <a:ext cx="2895528" cy="3810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10" name="Text 8"/>
          <p:cNvSpPr/>
          <p:nvPr/>
        </p:nvSpPr>
        <p:spPr>
          <a:xfrm>
            <a:off x="4038499" y="3162484"/>
            <a:ext cx="2438339" cy="774105"/>
          </a:xfrm>
          <a:prstGeom prst="rect">
            <a:avLst/>
          </a:prstGeom>
          <a:noFill/>
          <a:ln/>
        </p:spPr>
        <p:txBody>
          <a:bodyPr wrap="square" lIns="0" tIns="76198" rIns="0" bIns="76198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" b="1" spc="-48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Найти ведущего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038499" y="3960809"/>
            <a:ext cx="2438339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Игра идёт автоматически.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585" y="5964035"/>
            <a:ext cx="6705432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Прототип снимает оба барьера.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508000"/>
            <a:ext cx="4292493" cy="584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06389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483" y="610658"/>
            <a:ext cx="7518212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B9A7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ВХОД В ИГРУ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673483" y="802009"/>
            <a:ext cx="6908627" cy="1096764"/>
          </a:xfrm>
          <a:prstGeom prst="rect">
            <a:avLst/>
          </a:prstGeom>
          <a:noFill/>
          <a:ln/>
        </p:spPr>
        <p:txBody>
          <a:bodyPr wrap="square" lIns="0" tIns="107947" rIns="0" bIns="107947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68" kern="100" dirty="0">
                <a:solidFill>
                  <a:srgbClr val="FF8BA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Главный экран: профиль и быстрый старт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673483" y="1928809"/>
            <a:ext cx="6908627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Аватар и имя, уровень и опыт, победы, серебряные и золотые монеты.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673483" y="3588147"/>
            <a:ext cx="2099615" cy="974328"/>
          </a:xfrm>
          <a:prstGeom prst="roundRect">
            <a:avLst>
              <a:gd name="adj" fmla="val 15641"/>
            </a:avLst>
          </a:prstGeom>
          <a:noFill/>
          <a:ln w="25399">
            <a:solidFill>
              <a:srgbClr val="47337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27477" y="3817087"/>
            <a:ext cx="1591627" cy="34746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FF8BA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Комнаты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077890" y="3588147"/>
            <a:ext cx="2099714" cy="974328"/>
          </a:xfrm>
          <a:prstGeom prst="roundRect">
            <a:avLst>
              <a:gd name="adj" fmla="val 15641"/>
            </a:avLst>
          </a:prstGeom>
          <a:noFill/>
          <a:ln w="25399">
            <a:solidFill>
              <a:srgbClr val="47337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31884" y="3817087"/>
            <a:ext cx="1591727" cy="580628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FF8BA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Онлайн-лобби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482396" y="3588147"/>
            <a:ext cx="2099714" cy="974328"/>
          </a:xfrm>
          <a:prstGeom prst="roundRect">
            <a:avLst>
              <a:gd name="adj" fmla="val 15641"/>
            </a:avLst>
          </a:prstGeom>
          <a:noFill/>
          <a:ln w="25399">
            <a:solidFill>
              <a:srgbClr val="47337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36390" y="3817087"/>
            <a:ext cx="1591727" cy="580628"/>
          </a:xfrm>
          <a:prstGeom prst="rect">
            <a:avLst/>
          </a:prstGeom>
          <a:noFill/>
          <a:ln/>
        </p:spPr>
        <p:txBody>
          <a:bodyPr wrap="square" lIns="0" tIns="57149" rIns="0" bIns="57149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FF8BA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Лобби с ботами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673483" y="5699621"/>
            <a:ext cx="6908528" cy="38100"/>
          </a:xfrm>
          <a:prstGeom prst="roundRect">
            <a:avLst>
              <a:gd name="adj" fmla="val 49999"/>
            </a:avLst>
          </a:prstGeom>
          <a:solidFill>
            <a:srgbClr val="B85A50"/>
          </a:solidFill>
          <a:ln/>
        </p:spPr>
      </p:sp>
      <p:sp>
        <p:nvSpPr>
          <p:cNvPr id="13" name="Text 10"/>
          <p:cNvSpPr/>
          <p:nvPr/>
        </p:nvSpPr>
        <p:spPr>
          <a:xfrm>
            <a:off x="4673483" y="5964035"/>
            <a:ext cx="7518212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Ниже — друзья, правила и магазин.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658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B9A7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СОЗДАНИЕ ПАРТИИ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02009"/>
            <a:ext cx="10972526" cy="656332"/>
          </a:xfrm>
          <a:prstGeom prst="rect">
            <a:avLst/>
          </a:prstGeom>
          <a:noFill/>
          <a:ln/>
        </p:spPr>
        <p:txBody>
          <a:bodyPr wrap="none" lIns="0" tIns="107947" rIns="0" bIns="107947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68" kern="100" dirty="0">
                <a:solidFill>
                  <a:srgbClr val="FF8BA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Комната настраивается за полминуты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305844"/>
          <a:ext cx="10972526" cy="914400"/>
        </p:xfrm>
        <a:graphic>
          <a:graphicData uri="http://schemas.openxmlformats.org/drawingml/2006/table">
            <a:tbl>
              <a:tblPr/>
              <a:tblGrid>
                <a:gridCol w="1729736"/>
                <a:gridCol w="1754937"/>
                <a:gridCol w="1763371"/>
                <a:gridCol w="1970832"/>
                <a:gridCol w="828257"/>
                <a:gridCol w="1401231"/>
                <a:gridCol w="304792"/>
                <a:gridCol w="304792"/>
                <a:gridCol w="304792"/>
                <a:gridCol w="304792"/>
                <a:gridCol w="304991"/>
              </a:tblGrid>
              <a:tr h="463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8BA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Состав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8BA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Настройка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8BA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Темп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8BA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Настройка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22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Игроки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От 2 до 20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День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1:30–3:00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Мафии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От 1 до 5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Ночь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30–60 секунд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0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Боты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Число ботов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Доступ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0D6D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Код комнаты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3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585" y="5448697"/>
            <a:ext cx="10972526" cy="799802"/>
          </a:xfrm>
          <a:prstGeom prst="rect">
            <a:avLst/>
          </a:prstGeom>
          <a:solidFill>
            <a:srgbClr val="733D36"/>
          </a:solidFill>
          <a:ln/>
        </p:spPr>
      </p:sp>
      <p:sp>
        <p:nvSpPr>
          <p:cNvPr id="6" name="Text 3"/>
          <p:cNvSpPr/>
          <p:nvPr/>
        </p:nvSpPr>
        <p:spPr>
          <a:xfrm>
            <a:off x="914377" y="5682123"/>
            <a:ext cx="10667733" cy="342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Сводка партии обновляется сразу.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658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B9A7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РОЛЕВАЯ МЕХАНИКА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02009"/>
            <a:ext cx="10972526" cy="656332"/>
          </a:xfrm>
          <a:prstGeom prst="rect">
            <a:avLst/>
          </a:prstGeom>
          <a:noFill/>
          <a:ln/>
        </p:spPr>
        <p:txBody>
          <a:bodyPr wrap="none" lIns="0" tIns="107947" rIns="0" bIns="107947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68" kern="100" dirty="0">
                <a:solidFill>
                  <a:srgbClr val="FF8BA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Шесть ролей, три команды интересов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884164"/>
            <a:ext cx="3505112" cy="1734542"/>
          </a:xfrm>
          <a:prstGeom prst="rect">
            <a:avLst/>
          </a:prstGeom>
          <a:solidFill>
            <a:srgbClr val="733D3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112764"/>
            <a:ext cx="507987" cy="50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2706830"/>
            <a:ext cx="3047924" cy="34746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Мафия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38179" y="3105642"/>
            <a:ext cx="3276518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Выбирает жертву.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19489" y="1884164"/>
            <a:ext cx="3352716" cy="1734542"/>
          </a:xfrm>
          <a:prstGeom prst="rect">
            <a:avLst/>
          </a:prstGeom>
          <a:solidFill>
            <a:srgbClr val="35303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084" y="2112764"/>
            <a:ext cx="507987" cy="508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48084" y="2706830"/>
            <a:ext cx="2895528" cy="34746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Комиссар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648084" y="3105642"/>
            <a:ext cx="3124122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Проверяет игрока.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076998" y="1884164"/>
            <a:ext cx="3505112" cy="1734542"/>
          </a:xfrm>
          <a:prstGeom prst="rect">
            <a:avLst/>
          </a:prstGeom>
          <a:solidFill>
            <a:srgbClr val="35303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592" y="2112764"/>
            <a:ext cx="507987" cy="508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05592" y="2706830"/>
            <a:ext cx="3047924" cy="34746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Доктор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305592" y="3105642"/>
            <a:ext cx="3276518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Защищает.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09585" y="3923506"/>
            <a:ext cx="3505112" cy="1734542"/>
          </a:xfrm>
          <a:prstGeom prst="rect">
            <a:avLst/>
          </a:prstGeom>
          <a:solidFill>
            <a:srgbClr val="35303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79" y="4152106"/>
            <a:ext cx="507987" cy="508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8179" y="4746172"/>
            <a:ext cx="3047924" cy="34746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Любовница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838179" y="5144984"/>
            <a:ext cx="3276518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Блокирует ночное действие.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419489" y="3923506"/>
            <a:ext cx="3352716" cy="1734542"/>
          </a:xfrm>
          <a:prstGeom prst="rect">
            <a:avLst/>
          </a:prstGeom>
          <a:solidFill>
            <a:srgbClr val="35303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084" y="4152106"/>
            <a:ext cx="507987" cy="5080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48084" y="4746172"/>
            <a:ext cx="2895528" cy="34746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Журналист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4648084" y="5144984"/>
            <a:ext cx="3124122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Сравнивает двух игроков.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8076998" y="3923506"/>
            <a:ext cx="3505112" cy="1734542"/>
          </a:xfrm>
          <a:prstGeom prst="rect">
            <a:avLst/>
          </a:prstGeom>
          <a:solidFill>
            <a:srgbClr val="353030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5592" y="4152106"/>
            <a:ext cx="507987" cy="5080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305592" y="4746172"/>
            <a:ext cx="3047924" cy="34746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Мирный житель</a:t>
            </a:r>
            <a:endParaRPr lang="en-US" sz="1800" dirty="0"/>
          </a:p>
        </p:txBody>
      </p:sp>
      <p:sp>
        <p:nvSpPr>
          <p:cNvPr id="27" name="Text 19"/>
          <p:cNvSpPr/>
          <p:nvPr/>
        </p:nvSpPr>
        <p:spPr>
          <a:xfrm>
            <a:off x="8305592" y="5144984"/>
            <a:ext cx="3276518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Ищет мафию голосованием.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234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1538708"/>
            <a:ext cx="10972526" cy="656332"/>
          </a:xfrm>
          <a:prstGeom prst="rect">
            <a:avLst/>
          </a:prstGeom>
          <a:noFill/>
          <a:ln/>
        </p:spPr>
        <p:txBody>
          <a:bodyPr wrap="none" lIns="0" tIns="107947" rIns="0" bIns="107947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68" kern="100" dirty="0">
                <a:solidFill>
                  <a:srgbClr val="FF8BA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Ночь и день сменяют друг друга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09585" y="3598962"/>
            <a:ext cx="3159641" cy="34746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r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Ночь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585" y="4011116"/>
            <a:ext cx="3159641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Особые роли делают ход втайне.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616" y="2201962"/>
            <a:ext cx="3840364" cy="38404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19609" y="3735884"/>
            <a:ext cx="30399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spc="-32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8422370" y="3454698"/>
            <a:ext cx="3159740" cy="34746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День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422370" y="3866852"/>
            <a:ext cx="3159740" cy="865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живые игроки, включая ботов, обсуждают в чате и голосуют за изгнание.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616" y="2201962"/>
            <a:ext cx="3840364" cy="38404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67790" y="4198144"/>
            <a:ext cx="30399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spc="-32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304792" y="6217936"/>
            <a:ext cx="11582110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Таймер ведёт партию.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658"/>
            <a:ext cx="7518212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B9A7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ВО ВРЕМЯ ПАРТИИ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02009"/>
            <a:ext cx="6908627" cy="1096764"/>
          </a:xfrm>
          <a:prstGeom prst="rect">
            <a:avLst/>
          </a:prstGeom>
          <a:noFill/>
          <a:ln/>
        </p:spPr>
        <p:txBody>
          <a:bodyPr wrap="square" lIns="0" tIns="107947" rIns="0" bIns="107947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68" kern="100" dirty="0">
                <a:solidFill>
                  <a:srgbClr val="FF8BA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Игровая комната: всё важное на одном экране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645966"/>
            <a:ext cx="3301917" cy="1403945"/>
          </a:xfrm>
          <a:prstGeom prst="rect">
            <a:avLst/>
          </a:prstGeom>
          <a:solidFill>
            <a:srgbClr val="353030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849506"/>
            <a:ext cx="2844729" cy="34746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Ваша роль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79" y="3248319"/>
            <a:ext cx="2844729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Карточка роли и счётчик живых мафий и мирных.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16295" y="2645966"/>
            <a:ext cx="3301917" cy="1403945"/>
          </a:xfrm>
          <a:prstGeom prst="rect">
            <a:avLst/>
          </a:prstGeom>
          <a:solidFill>
            <a:srgbClr val="353030"/>
          </a:solidFill>
          <a:ln/>
        </p:spPr>
      </p:sp>
      <p:sp>
        <p:nvSpPr>
          <p:cNvPr id="8" name="Text 6"/>
          <p:cNvSpPr/>
          <p:nvPr/>
        </p:nvSpPr>
        <p:spPr>
          <a:xfrm>
            <a:off x="4444889" y="2849506"/>
            <a:ext cx="2844729" cy="34746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Ход партии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44889" y="3248319"/>
            <a:ext cx="307332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Лента событий и чат.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5" y="4221361"/>
            <a:ext cx="6908627" cy="1115417"/>
          </a:xfrm>
          <a:prstGeom prst="rect">
            <a:avLst/>
          </a:prstGeom>
          <a:solidFill>
            <a:srgbClr val="733D36"/>
          </a:solidFill>
          <a:ln/>
        </p:spPr>
      </p:sp>
      <p:sp>
        <p:nvSpPr>
          <p:cNvPr id="11" name="Text 9"/>
          <p:cNvSpPr/>
          <p:nvPr/>
        </p:nvSpPr>
        <p:spPr>
          <a:xfrm>
            <a:off x="838179" y="4424902"/>
            <a:ext cx="6451439" cy="347464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" b="1" spc="-36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Сетка игроков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179" y="4823714"/>
            <a:ext cx="668003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Погибшие раскрываются красным с ролью.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658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B9A7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ЗА ПРЕДЕЛАМИ ПАРТИИ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02009"/>
            <a:ext cx="10972526" cy="656332"/>
          </a:xfrm>
          <a:prstGeom prst="rect">
            <a:avLst/>
          </a:prstGeom>
          <a:noFill/>
          <a:ln/>
        </p:spPr>
        <p:txBody>
          <a:bodyPr wrap="none" lIns="0" tIns="107947" rIns="0" bIns="107947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68" kern="100" dirty="0">
                <a:solidFill>
                  <a:srgbClr val="FF8BA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Прогрессия и социальный слой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819400"/>
            <a:ext cx="5333867" cy="1903512"/>
          </a:xfrm>
          <a:prstGeom prst="rect">
            <a:avLst/>
          </a:prstGeom>
          <a:solidFill>
            <a:srgbClr val="353030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819400"/>
            <a:ext cx="5333867" cy="3810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050069"/>
            <a:ext cx="4876678" cy="463252"/>
          </a:xfrm>
          <a:prstGeom prst="rect">
            <a:avLst/>
          </a:prstGeom>
          <a:noFill/>
          <a:ln/>
        </p:spPr>
        <p:txBody>
          <a:bodyPr wrap="square" lIns="0" tIns="76198" rIns="0" bIns="76198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" b="1" spc="-48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Прогресс игрока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8179" y="3533477"/>
            <a:ext cx="4876678" cy="960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Опыт, уровни и звания</a:t>
            </a:r>
            <a:endParaRPr lang="en-US" sz="1600" dirty="0"/>
          </a:p>
          <a:p>
            <a:pPr algn="l" marL="325120" indent="-32512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Серебряные и золотые монеты за победы</a:t>
            </a:r>
            <a:endParaRPr lang="en-US" sz="1600" dirty="0"/>
          </a:p>
          <a:p>
            <a:pPr algn="l" marL="325120" indent="-32512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Статистика и история ролей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48244" y="2819400"/>
            <a:ext cx="5333867" cy="1903512"/>
          </a:xfrm>
          <a:prstGeom prst="rect">
            <a:avLst/>
          </a:prstGeom>
          <a:solidFill>
            <a:srgbClr val="353030"/>
          </a:solidFill>
          <a:ln/>
        </p:spPr>
      </p:sp>
      <p:sp>
        <p:nvSpPr>
          <p:cNvPr id="9" name="Shape 7"/>
          <p:cNvSpPr/>
          <p:nvPr/>
        </p:nvSpPr>
        <p:spPr>
          <a:xfrm>
            <a:off x="6248244" y="2819400"/>
            <a:ext cx="5333867" cy="38100"/>
          </a:xfrm>
          <a:prstGeom prst="rect">
            <a:avLst/>
          </a:prstGeom>
          <a:solidFill>
            <a:srgbClr val="9A81DF"/>
          </a:solidFill>
          <a:ln/>
        </p:spPr>
      </p:sp>
      <p:sp>
        <p:nvSpPr>
          <p:cNvPr id="10" name="Text 8"/>
          <p:cNvSpPr/>
          <p:nvPr/>
        </p:nvSpPr>
        <p:spPr>
          <a:xfrm>
            <a:off x="6476838" y="3050069"/>
            <a:ext cx="4876678" cy="463252"/>
          </a:xfrm>
          <a:prstGeom prst="rect">
            <a:avLst/>
          </a:prstGeom>
          <a:noFill/>
          <a:ln/>
        </p:spPr>
        <p:txBody>
          <a:bodyPr wrap="square" lIns="0" tIns="76198" rIns="0" bIns="76198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" b="1" spc="-48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Связи и оформление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76838" y="3533477"/>
            <a:ext cx="4876678" cy="624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Друзья, приглашения и личный чат</a:t>
            </a:r>
            <a:endParaRPr lang="en-US" sz="1600" dirty="0"/>
          </a:p>
          <a:p>
            <a:pPr algn="l" marL="325120" indent="-32512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Магазин и темы оформления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57509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67093" y="610658"/>
            <a:ext cx="7924602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B9A7B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ГРАНИЦА ПРОТОТИПА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267093" y="802009"/>
            <a:ext cx="7315017" cy="1096764"/>
          </a:xfrm>
          <a:prstGeom prst="rect">
            <a:avLst/>
          </a:prstGeom>
          <a:noFill/>
          <a:ln/>
        </p:spPr>
        <p:txBody>
          <a:bodyPr wrap="square" lIns="0" tIns="107947" rIns="0" bIns="107947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68" kern="100" dirty="0">
                <a:solidFill>
                  <a:srgbClr val="FF8BA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Что дальше: от прототипа к релизу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267093" y="2357338"/>
            <a:ext cx="7315017" cy="1481634"/>
          </a:xfrm>
          <a:prstGeom prst="rect">
            <a:avLst/>
          </a:prstGeom>
          <a:solidFill>
            <a:srgbClr val="733D36"/>
          </a:solidFill>
          <a:ln/>
        </p:spPr>
      </p:sp>
      <p:sp>
        <p:nvSpPr>
          <p:cNvPr id="6" name="Text 3"/>
          <p:cNvSpPr/>
          <p:nvPr/>
        </p:nvSpPr>
        <p:spPr>
          <a:xfrm>
            <a:off x="4495688" y="2549907"/>
            <a:ext cx="6857828" cy="463252"/>
          </a:xfrm>
          <a:prstGeom prst="rect">
            <a:avLst/>
          </a:prstGeom>
          <a:noFill/>
          <a:ln/>
        </p:spPr>
        <p:txBody>
          <a:bodyPr wrap="square" lIns="0" tIns="76198" rIns="0" bIns="76198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" b="1" spc="-48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Сейчас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495688" y="3037380"/>
            <a:ext cx="6857828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Подключение устройств и серверная синхронизация не реализованы.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67093" y="4143772"/>
            <a:ext cx="7315017" cy="1481634"/>
          </a:xfrm>
          <a:prstGeom prst="rect">
            <a:avLst/>
          </a:prstGeom>
          <a:solidFill>
            <a:srgbClr val="353030"/>
          </a:solidFill>
          <a:ln/>
        </p:spPr>
      </p:sp>
      <p:sp>
        <p:nvSpPr>
          <p:cNvPr id="9" name="Text 6"/>
          <p:cNvSpPr/>
          <p:nvPr/>
        </p:nvSpPr>
        <p:spPr>
          <a:xfrm>
            <a:off x="4495688" y="4336341"/>
            <a:ext cx="6857828" cy="463252"/>
          </a:xfrm>
          <a:prstGeom prst="rect">
            <a:avLst/>
          </a:prstGeom>
          <a:noFill/>
          <a:ln/>
        </p:spPr>
        <p:txBody>
          <a:bodyPr wrap="square" lIns="0" tIns="76198" rIns="0" bIns="76198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" b="1" spc="-48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Дальше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495688" y="4823813"/>
            <a:ext cx="6857828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Реальный онлайн, наполнение магазина, публичные комнаты и рейтинг.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2026-10-13T07:22:24Z</dcterms:created>
  <dcterms:modified xsi:type="dcterms:W3CDTF">2026-10-13T07:22:24Z</dcterms:modified>
</cp:coreProperties>
</file>