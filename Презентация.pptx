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60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[0:00–0:15]  СЛАЙД 1</a:t>
            </a:r>
          </a:p>
          <a:p>
            <a:endParaRPr/>
          </a:p>
          <a:p>
            <a:r>
              <a:t>Здравствуйте! Мы — команда группы ИТС-31 Вольского технологического колледжа. Представляем MAFIA — игру, где партию ведёт не человек, а программа. Вся игра — один HTML-файл: открыли в браузере — и город засыпает.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[0:15–0:34]  СЛАЙД 2</a:t>
            </a:r>
          </a:p>
          <a:p>
            <a:endParaRPr/>
          </a:p>
          <a:p>
            <a:r>
              <a:t>В обычной «Мафии» один человек не играет: раздаёт роли, следит за ночью и днём, считает голоса и улаживает споры. Одна ошибка — и партия испорчена. В нашем файле эту работу делают автоматическая раздача ролей, таймеры фаз и панель ведущего.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[0:34–0:53]  СЛАЙД 3</a:t>
            </a:r>
          </a:p>
          <a:p>
            <a:endParaRPr/>
          </a:p>
          <a:p>
            <a:r>
              <a:t>Как играется? Создаём комнату: четыре режима, до двадцати мест, своя длительность ночи и дня. Друзья входят по коду приглашения — вот он на экране. Нет компании? Одна кнопка заполняет комнату ботами, программа сама собирает колоду ролей под число игроков.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[0:53–1:11]  СЛАЙД 4</a:t>
            </a:r>
          </a:p>
          <a:p>
            <a:endParaRPr/>
          </a:p>
          <a:p>
            <a:r>
              <a:t>А это — живая партия из тестового прогона. Мне выпал Доктор: ночью я выбрал, кого защищать, — и журнал честно записал, что нападение ботов предотвращено. Днём — обсуждение в чате и голосование, а хронология экспортируется в CSV одной кнопкой.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[1:11–1:29]  СЛАЙД 5</a:t>
            </a:r>
          </a:p>
          <a:p>
            <a:endParaRPr/>
          </a:p>
          <a:p>
            <a:r>
              <a:t>Мы прогнали файл автотестами в браузере: двадцать два сценария из двадцати двух — от создания комнаты до экспорта журнала, ошибок JavaScript — ноль. На телефоне интерфейс тоже не ломается. Честно: пока это локальная игра в одном браузере.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[1:29–1:48]  СЛАЙД 6</a:t>
            </a:r>
          </a:p>
          <a:p>
            <a:endParaRPr/>
          </a:p>
          <a:p>
            <a:r>
              <a:t>Но к онлайну клиент готов: в настройках уже есть WebSocket и наш протокол Mafia-2026. Следующий шаг — сервер, который будет раздавать роли так, чтобы никто не увидел чужую. Спасибо! Прямо сейчас покажем демо-партию с ботами и ответим на вопросы.</a:t>
            </a:r>
          </a:p>
          <a:p>
            <a:endParaRPr/>
          </a:p>
          <a:p>
            <a:r>
              <a:t>→ Переключить слайд сразу после этой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ВОЛЬСКИЙ ТЕХНОЛОГИЧЕСКИЙ КОЛЛЕДЖ  •  ГРУППА ИТС-31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FFF5F7"/>
                </a:solidFill>
                <a:latin typeface="Georgia"/>
              </a:rPr>
              <a:t>♠ MAFIA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7A9C"/>
                </a:solidFill>
                <a:latin typeface="Georgia"/>
              </a:rPr>
              <a:t>Город засыпает —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7A9C"/>
                </a:solidFill>
                <a:latin typeface="Georgia"/>
              </a:rPr>
              <a:t>партию ведёт программа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C9A9B4"/>
                </a:solidFill>
                <a:latin typeface="Calibri"/>
              </a:rPr>
              <a:t>Игра начинается ночью: лобби по коду, секретные роли, фазы «ночь — день — голосование», чат и журнал партии. Всё — в одном файле Mafia-2026-Adaptive.html.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425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5F7"/>
                </a:solidFill>
                <a:latin typeface="Calibri"/>
              </a:rPr>
              <a:t>1 HTML-файл · 6 МБ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3434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4425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5F7"/>
                </a:solidFill>
                <a:latin typeface="Calibri"/>
              </a:rPr>
              <a:t>4 режима игры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4343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4425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5F7"/>
                </a:solidFill>
                <a:latin typeface="Calibri"/>
              </a:rPr>
              <a:t>До 20 мест в комнате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392" y="438912"/>
            <a:ext cx="2523744" cy="5312617"/>
          </a:xfrm>
          <a:prstGeom prst="roundRect">
            <a:avLst>
              <a:gd name="adj" fmla="val 4000"/>
            </a:avLst>
          </a:prstGeom>
          <a:solidFill>
            <a:srgbClr val="2A1622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395728" cy="518460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5400" y="580644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C9A9B4"/>
                </a:solidFill>
                <a:latin typeface="Calibri"/>
              </a:rPr>
              <a:t>Главная на телефоне игрока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01  •  ПРОБЛЕМА →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FFF5F7"/>
                </a:solidFill>
                <a:latin typeface="Georgia"/>
              </a:rPr>
              <a:t>В обычной «Мафии» один человек не играет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2918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C9A9B4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371600"/>
            <a:ext cx="777240" cy="45720"/>
          </a:xfrm>
          <a:prstGeom prst="rect">
            <a:avLst/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7A9C"/>
                </a:solidFill>
                <a:latin typeface="Georgia"/>
              </a:rPr>
              <a:t>Ведущий —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FF7A9C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Раздаёт роли вручную и знает все секреты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FF7A9C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Следит за фазами и считает голоса в уме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FF7A9C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Одна ошибка — споры и испорченная партия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FF7A9C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Сам при этом не играет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2461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0436A"/>
                </a:solidFill>
                <a:latin typeface="Calibri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7830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D1018"/>
          </a:solidFill>
          <a:ln w="12700">
            <a:solidFill>
              <a:srgbClr val="F04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96596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Georgia"/>
              </a:rPr>
              <a:t>Ведущий — Mafia-2026-Adaptive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5EEDC8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Колода ролей собирается автоматически под число игроков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5EEDC8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Таймеры ночи и дня сами переключают фазы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5EEDC8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Панель ведущего: пауза, следующая фаза, экспорт CSV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 b="1">
                <a:solidFill>
                  <a:srgbClr val="5EEDC8"/>
                </a:solidFill>
                <a:latin typeface="Calibri"/>
              </a:rPr>
              <a:t>♠  </a:t>
            </a:r>
            <a:r>
              <a:rPr sz="1550">
                <a:solidFill>
                  <a:srgbClr val="FFF5F7"/>
                </a:solidFill>
                <a:latin typeface="Calibri"/>
              </a:rPr>
              <a:t>Каждое событие пишется в журнал партии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23560"/>
            <a:ext cx="11155680" cy="566928"/>
          </a:xfrm>
          <a:prstGeom prst="roundRect">
            <a:avLst>
              <a:gd name="adj" fmla="val 50000"/>
            </a:avLst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Все играют. Секреты знает только программа. Спорить — с журналом бесполезно.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MAFIA  •  Mafia-2026-Adaptive.html  •  группа ИТС-31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02  •  КАК ИГРАЕТСЯ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FFF5F7"/>
                </a:solidFill>
                <a:latin typeface="Georgia"/>
              </a:rPr>
              <a:t>От лобби — до победы города или мафии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2918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C9A9B4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371600"/>
            <a:ext cx="777240" cy="45720"/>
          </a:xfrm>
          <a:prstGeom prst="rect">
            <a:avLst/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84831" cy="320040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" y="1965960"/>
            <a:ext cx="530352" cy="530352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048256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974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Комната</a:t>
            </a:r>
          </a:p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и 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61188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Режим, места,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таймеры ночи и дня,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открытая или приватная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0436A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1783080"/>
            <a:ext cx="2084831" cy="320040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80944" y="1965960"/>
            <a:ext cx="530352" cy="530352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2048256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6974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Игроки</a:t>
            </a:r>
          </a:p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или 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61188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Друзья по коду —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или боты одной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кнопкой до заполнения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0436A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3" y="1783080"/>
            <a:ext cx="2084831" cy="320040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94375" y="1965960"/>
            <a:ext cx="530352" cy="530352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4375" y="2048256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5" y="26974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Ночь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5" y="361188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Секретные действия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ролей; боты делают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свои ходы сами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0436A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216" y="1783080"/>
            <a:ext cx="2084831" cy="320040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07808" y="1965960"/>
            <a:ext cx="530352" cy="530352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07808" y="2048256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26974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День и</a:t>
            </a:r>
          </a:p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голосование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61188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Обсуждение в чате,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голос за кандидата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или «воздержаться»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0436A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1783080"/>
            <a:ext cx="2084831" cy="320040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921240" y="1965960"/>
            <a:ext cx="530352" cy="530352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21240" y="2048256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5F7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6974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Журнал</a:t>
            </a:r>
          </a:p>
          <a:p>
            <a:pPr algn="l">
              <a:lnSpc>
                <a:spcPct val="100000"/>
              </a:lnSpc>
            </a:pPr>
            <a:r>
              <a:rPr sz="1850" b="1">
                <a:solidFill>
                  <a:srgbClr val="FFF5F7"/>
                </a:solidFill>
                <a:latin typeface="Georgia"/>
              </a:rPr>
              <a:t>и итоги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61188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Проверка победы,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хронология партии,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экспорт в CSV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303520"/>
            <a:ext cx="11155680" cy="822960"/>
          </a:xfrm>
          <a:prstGeom prst="roundRect">
            <a:avLst>
              <a:gd name="adj" fmla="val 12000"/>
            </a:avLst>
          </a:prstGeom>
          <a:solidFill>
            <a:srgbClr val="2A1622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223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5F7"/>
                </a:solidFill>
                <a:latin typeface="Calibri"/>
              </a:rPr>
              <a:t>5 ролей:  Мирный житель  •  Мафия  •  Дон  •  Комиссар  •  Доктор     —     состав колоды программа подбирает сама под число игроков в комнате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MAFIA  •  Mafia-2026-Adaptive.html  •  группа ИТС-31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03  •  ЖИВАЯ ПАРТИЯ (ТЕСТОВЫЙ ПРОГОН)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FFF5F7"/>
                </a:solidFill>
                <a:latin typeface="Georgia"/>
              </a:rPr>
              <a:t>Лобби, ночь доктора — и честный журнал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2918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C9A9B4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371600"/>
            <a:ext cx="777240" cy="45720"/>
          </a:xfrm>
          <a:prstGeom prst="rect">
            <a:avLst/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7A9C"/>
                </a:solidFill>
                <a:latin typeface="Calibri"/>
              </a:rPr>
              <a:t>ЛОББИ: КОД G6FAN, 5 БОТОВ, ЧАТ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783080"/>
            <a:ext cx="5522976" cy="3203875"/>
          </a:xfrm>
          <a:prstGeom prst="roundRect">
            <a:avLst>
              <a:gd name="adj" fmla="val 4000"/>
            </a:avLst>
          </a:prstGeom>
          <a:solidFill>
            <a:srgbClr val="2A1622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b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5394960" cy="30758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3892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5EEDC8"/>
                </a:solidFill>
                <a:latin typeface="Calibri"/>
              </a:rPr>
              <a:t>♠  </a:t>
            </a:r>
            <a:r>
              <a:rPr sz="1400">
                <a:solidFill>
                  <a:srgbClr val="FFF5F7"/>
                </a:solidFill>
                <a:latin typeface="Calibri"/>
              </a:rPr>
              <a:t>Роль видит только её владелец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5EEDC8"/>
                </a:solidFill>
                <a:latin typeface="Calibri"/>
              </a:rPr>
              <a:t>♠  </a:t>
            </a:r>
            <a:r>
              <a:rPr sz="1400">
                <a:solidFill>
                  <a:srgbClr val="FFF5F7"/>
                </a:solidFill>
                <a:latin typeface="Calibri"/>
              </a:rPr>
              <a:t>Боты ходят ночью и голосуют сами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36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7A9C"/>
                </a:solidFill>
                <a:latin typeface="Calibri"/>
              </a:rPr>
              <a:t>НОЧЬ: МОЯ РОЛЬ — «ДОКТОР», ТАЙМЕР ФАЗЫ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783080"/>
            <a:ext cx="4288536" cy="3177808"/>
          </a:xfrm>
          <a:prstGeom prst="roundRect">
            <a:avLst>
              <a:gd name="adj" fmla="val 4000"/>
            </a:avLst>
          </a:prstGeom>
          <a:solidFill>
            <a:srgbClr val="2A1622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n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47088"/>
            <a:ext cx="4160520" cy="3049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49560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7A9C"/>
                </a:solidFill>
                <a:latin typeface="Calibri"/>
              </a:rPr>
              <a:t>ЖУРНАЛ ТОЙ ЖЕ ПАРТИИ: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5166359"/>
            <a:ext cx="5202936" cy="1614242"/>
          </a:xfrm>
          <a:prstGeom prst="roundRect">
            <a:avLst>
              <a:gd name="adj" fmla="val 4000"/>
            </a:avLst>
          </a:prstGeom>
          <a:solidFill>
            <a:srgbClr val="2A1622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journa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230368"/>
            <a:ext cx="5074920" cy="14862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04  •  ПРОВЕРЕНО АВТОТЕСТАМИ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FFF5F7"/>
                </a:solidFill>
                <a:latin typeface="Georgia"/>
              </a:rPr>
              <a:t>Файл прогнан в браузере — от лобби до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2918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C9A9B4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371600"/>
            <a:ext cx="777240" cy="45720"/>
          </a:xfrm>
          <a:prstGeom prst="rect">
            <a:avLst/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70048" cy="260604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3852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7A9C"/>
                </a:solidFill>
                <a:latin typeface="Georgia"/>
              </a:rPr>
              <a:t>22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889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сценариев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246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Комната → боты → партия →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голос → экспорт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83080"/>
            <a:ext cx="2670048" cy="260604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7016" y="193852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7A9C"/>
                </a:solidFill>
                <a:latin typeface="Georg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7889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ошибок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246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За весь прогон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на компьютере и телефоне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783080"/>
            <a:ext cx="2670048" cy="260604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93852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7A9C"/>
                </a:solidFill>
                <a:latin typeface="Georgia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7889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экранов в одном файле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246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Главная, лобби, партия,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профиль, правила, настройки…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783080"/>
            <a:ext cx="2670048" cy="2606040"/>
          </a:xfrm>
          <a:prstGeom prst="roundRect">
            <a:avLst>
              <a:gd name="adj" fmla="val 7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93852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7A9C"/>
                </a:solidFill>
                <a:latin typeface="Georgia"/>
              </a:rPr>
              <a:t>390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889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без поломки вёрстки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246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Мобильная ширина: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9A9B4"/>
                </a:solidFill>
                <a:latin typeface="Calibri"/>
              </a:rPr>
              <a:t>нет горизонтальной прокрутки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D1018"/>
          </a:solidFill>
          <a:ln w="12700">
            <a:solidFill>
              <a:srgbClr val="FF7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88289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5F7"/>
                </a:solidFill>
                <a:latin typeface="Calibri"/>
              </a:rPr>
              <a:t>Честно о границах: сегодня партия играется локально, в одном браузере (с ботами — полностью). Для игры по сети клиенту нужен сервер, реализующий протокол Mafia-2026.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A9B4"/>
                </a:solidFill>
                <a:latin typeface="Calibri"/>
              </a:rPr>
              <a:t>Прогон: Chromium (автоматизация браузера), 22 сценария по актуальной сборке файла; детали — в протоколе к докладу.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MAFIA  •  Mafia-2026-Adaptive.html  •  группа ИТС-31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C9A9B4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2560320"/>
            <a:ext cx="4937760" cy="4937760"/>
          </a:xfrm>
          <a:prstGeom prst="ellipse">
            <a:avLst/>
          </a:prstGeom>
          <a:solidFill>
            <a:srgbClr val="33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5120640"/>
            <a:ext cx="4389120" cy="4389120"/>
          </a:xfrm>
          <a:prstGeom prst="ellipse">
            <a:avLst/>
          </a:prstGeom>
          <a:solidFill>
            <a:srgbClr val="22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7A9C"/>
                </a:solidFill>
                <a:latin typeface="Calibri"/>
              </a:rPr>
              <a:t>05  •  ИТОГ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FFF5F7"/>
                </a:solidFill>
                <a:latin typeface="Georgia"/>
              </a:rPr>
              <a:t>Клиент к онлайну уже готов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2918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C9A9B4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371600"/>
            <a:ext cx="777240" cy="45720"/>
          </a:xfrm>
          <a:prstGeom prst="rect">
            <a:avLst/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5F7"/>
                </a:solidFill>
                <a:latin typeface="Georgia"/>
              </a:rPr>
              <a:t>Что осталось сделать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806440" cy="896112"/>
          </a:xfrm>
          <a:prstGeom prst="roundRect">
            <a:avLst>
              <a:gd name="adj" fmla="val 1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2432304"/>
            <a:ext cx="502920" cy="502920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5F7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00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Сервер по протоколу Mafia-2026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9748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A9B4"/>
                </a:solidFill>
                <a:latin typeface="Calibri"/>
              </a:rPr>
              <a:t>Сообщения create_room · join_room · vote · chat · host_action уже описаны в настройках клиента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19272"/>
            <a:ext cx="5806440" cy="896112"/>
          </a:xfrm>
          <a:prstGeom prst="roundRect">
            <a:avLst>
              <a:gd name="adj" fmla="val 1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3511296"/>
            <a:ext cx="502920" cy="502920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5844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5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290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Роли раздаёт сервер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7647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A9B4"/>
                </a:solidFill>
                <a:latin typeface="Calibri"/>
              </a:rPr>
              <a:t>Чужая роль никогда не уходит в чужой браузер — честность гарантирует не интерфейс, а сервер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98264"/>
            <a:ext cx="5806440" cy="896112"/>
          </a:xfrm>
          <a:prstGeom prst="roundRect">
            <a:avLst>
              <a:gd name="adj" fmla="val 10000"/>
            </a:avLst>
          </a:prstGeom>
          <a:solidFill>
            <a:srgbClr val="1D1018"/>
          </a:solidFill>
          <a:ln w="12700">
            <a:solidFill>
              <a:srgbClr val="4A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4590288"/>
            <a:ext cx="502920" cy="502920"/>
          </a:xfrm>
          <a:prstGeom prst="ellipse">
            <a:avLst/>
          </a:prstGeom>
          <a:solidFill>
            <a:srgbClr val="F04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663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5F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0799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Онлайн-партия всей группой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55464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A9B4"/>
                </a:solidFill>
                <a:latin typeface="Calibri"/>
              </a:rPr>
              <a:t>Каждый со своего телефона по коду комнаты — как задумано в техническом задании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983480" cy="3383280"/>
          </a:xfrm>
          <a:prstGeom prst="roundRect">
            <a:avLst>
              <a:gd name="adj" fmla="val 6000"/>
            </a:avLst>
          </a:prstGeom>
          <a:solidFill>
            <a:srgbClr val="2A1622"/>
          </a:solidFill>
          <a:ln w="12700">
            <a:solidFill>
              <a:srgbClr val="F04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7A9C"/>
                </a:solidFill>
                <a:latin typeface="Calibri"/>
              </a:rPr>
              <a:t>ГЛАВНАЯ МЫСЛЬ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33172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5F7"/>
                </a:solidFill>
                <a:latin typeface="Georgia"/>
              </a:rPr>
              <a:t>Город засыпает —</a:t>
            </a:r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5F7"/>
                </a:solidFill>
                <a:latin typeface="Georgia"/>
              </a:rPr>
              <a:t>партию ведёт программа,</a:t>
            </a:r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5F7"/>
                </a:solidFill>
                <a:latin typeface="Georgia"/>
              </a:rPr>
              <a:t>а играют все.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2062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A9B4"/>
                </a:solidFill>
                <a:latin typeface="Calibri"/>
              </a:rPr>
              <a:t>Полную демо-партию с ботами покажем прямо сейчас — в одиночку, за минуту.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23560"/>
            <a:ext cx="11155680" cy="566928"/>
          </a:xfrm>
          <a:prstGeom prst="roundRect">
            <a:avLst>
              <a:gd name="adj" fmla="val 50000"/>
            </a:avLst>
          </a:prstGeom>
          <a:solidFill>
            <a:srgbClr val="F04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FFF5F7"/>
                </a:solidFill>
                <a:latin typeface="Calibri"/>
              </a:rPr>
              <a:t>Спасибо за внимание!  Покажем демо-партию и ответим на вопросы.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C9A9B4"/>
                </a:solidFill>
                <a:latin typeface="Calibri"/>
              </a:rPr>
              <a:t>github.com/Bossburgeoff/Mafia  •  файл Mafia-2026-Adaptive.html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957</Words>
  <Application>Microsoft Office PowerPoint</Application>
  <PresentationFormat>Широкоэкранный</PresentationFormat>
  <Paragraphs>146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MAFIA (Mafia-2026-Adaptive.html) — защита проекта, 1,5–2 минуты</dc:title>
  <dc:subject/>
  <dc:creator>Группа ИТС-31, Вольский технологический колледж</dc:creator>
  <cp:keywords/>
  <dc:description>generated using python-pptx</dc:description>
  <cp:lastModifiedBy>efadsfasd fadfsad</cp:lastModifiedBy>
  <cp:revision>2</cp:revision>
  <dcterms:created xsi:type="dcterms:W3CDTF">2013-01-27T09:14:16Z</dcterms:created>
  <dcterms:modified xsi:type="dcterms:W3CDTF">2026-10-26T15:28:28Z</dcterms:modified>
  <cp:category/>
</cp:coreProperties>
</file>