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Noto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9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2083858"/>
            <a:ext cx="825479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ИНТЕРАКТИВНЫЙ ПРОТОТИП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15975" y="2228155"/>
            <a:ext cx="7645209" cy="3022600"/>
          </a:xfrm>
          <a:prstGeom prst="rect">
            <a:avLst/>
          </a:prstGeom>
          <a:noFill/>
          <a:ln/>
        </p:spPr>
        <p:txBody>
          <a:bodyPr wrap="square" lIns="0" tIns="215895" rIns="0" bIns="215895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800" b="1" spc="-1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Мафия 2026:</a:t>
            </a:r>
            <a:endParaRPr lang="en-US" sz="6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800" b="1" spc="-1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классика в телефоне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1015975" y="5158680"/>
            <a:ext cx="2522871" cy="38100"/>
          </a:xfrm>
          <a:prstGeom prst="roundRect">
            <a:avLst>
              <a:gd name="adj" fmla="val 49999"/>
            </a:avLst>
          </a:prstGeom>
          <a:solidFill>
            <a:srgbClr val="A64C42"/>
          </a:solidFill>
          <a:ln/>
        </p:spPr>
      </p:sp>
      <p:sp>
        <p:nvSpPr>
          <p:cNvPr id="5" name="Text 3"/>
          <p:cNvSpPr/>
          <p:nvPr/>
        </p:nvSpPr>
        <p:spPr>
          <a:xfrm>
            <a:off x="1015975" y="5423857"/>
            <a:ext cx="7645209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Партия без ведущего.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Боты вместо недостающих игроков.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в одном приложении.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670543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ЗАЧЕМ 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6095848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Любимая игра требует ведущего и компании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931815"/>
            <a:ext cx="2895528" cy="1830586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931815"/>
            <a:ext cx="2895528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62484"/>
            <a:ext cx="2438339" cy="774105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Собрать 8–10 человек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960809"/>
            <a:ext cx="24383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Пустые места в партии занимают боты.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905" y="2931815"/>
            <a:ext cx="2895528" cy="1830586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Shape 7"/>
          <p:cNvSpPr/>
          <p:nvPr/>
        </p:nvSpPr>
        <p:spPr>
          <a:xfrm>
            <a:off x="3809905" y="2931815"/>
            <a:ext cx="2895528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0" name="Text 8"/>
          <p:cNvSpPr/>
          <p:nvPr/>
        </p:nvSpPr>
        <p:spPr>
          <a:xfrm>
            <a:off x="4038499" y="3162484"/>
            <a:ext cx="2438339" cy="774105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Найти ведущего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38499" y="3960809"/>
            <a:ext cx="24383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идёт автоматически.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5964035"/>
            <a:ext cx="670543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снимает оба барьера.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508000"/>
            <a:ext cx="4292493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10658"/>
            <a:ext cx="75182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ВХОД В ИГРУ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673483" y="802009"/>
            <a:ext cx="690862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Главный экран: профиль и быстрый старт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673483" y="1928809"/>
            <a:ext cx="690862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Аватар и имя, уровень и опыт, победы, серебряные и золотые монеты.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73483" y="3588147"/>
            <a:ext cx="2099615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27477" y="3817087"/>
            <a:ext cx="1591627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Комнаты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077890" y="3588147"/>
            <a:ext cx="2099714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31884" y="3817087"/>
            <a:ext cx="1591727" cy="580628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Онлайн-лобби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482396" y="3588147"/>
            <a:ext cx="2099714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36390" y="3817087"/>
            <a:ext cx="1591727" cy="580628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Лобби с ботами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673483" y="5699621"/>
            <a:ext cx="6908528" cy="38100"/>
          </a:xfrm>
          <a:prstGeom prst="roundRect">
            <a:avLst>
              <a:gd name="adj" fmla="val 49999"/>
            </a:avLst>
          </a:prstGeom>
          <a:solidFill>
            <a:srgbClr val="B85A50"/>
          </a:solidFill>
          <a:ln/>
        </p:spPr>
      </p:sp>
      <p:sp>
        <p:nvSpPr>
          <p:cNvPr id="13" name="Text 10"/>
          <p:cNvSpPr/>
          <p:nvPr/>
        </p:nvSpPr>
        <p:spPr>
          <a:xfrm>
            <a:off x="4673483" y="5964035"/>
            <a:ext cx="751821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Ниже — друзья, правила и магазин.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СОЗДАНИЕ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Комната настраивается за полминуты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05844"/>
          <a:ext cx="10972526" cy="914400"/>
        </p:xfrm>
        <a:graphic>
          <a:graphicData uri="http://schemas.openxmlformats.org/drawingml/2006/table">
            <a:tbl>
              <a:tblPr/>
              <a:tblGrid>
                <a:gridCol w="1729736"/>
                <a:gridCol w="1754937"/>
                <a:gridCol w="1763371"/>
                <a:gridCol w="1970832"/>
                <a:gridCol w="828257"/>
                <a:gridCol w="1401231"/>
                <a:gridCol w="304792"/>
                <a:gridCol w="304792"/>
                <a:gridCol w="304792"/>
                <a:gridCol w="304792"/>
                <a:gridCol w="304991"/>
              </a:tblGrid>
              <a:tr h="463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Состав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Настройка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Темп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Настройка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Игроки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 2 до 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День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1:30–3:00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Мафии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 1 до 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Ночь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30–60 секунд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Боты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Число ботов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Доступ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Код комнаты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5448697"/>
            <a:ext cx="10972526" cy="799802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6" name="Text 3"/>
          <p:cNvSpPr/>
          <p:nvPr/>
        </p:nvSpPr>
        <p:spPr>
          <a:xfrm>
            <a:off x="914377" y="5682123"/>
            <a:ext cx="10667733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Сводка партии обновляется сразу.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РОЛЕВАЯ МЕХАНИКА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Шесть ролей, три команды интересов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884164"/>
            <a:ext cx="3505112" cy="1734542"/>
          </a:xfrm>
          <a:prstGeom prst="rect">
            <a:avLst/>
          </a:prstGeom>
          <a:solidFill>
            <a:srgbClr val="733D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112764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706830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Мафия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3105642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Выбирает жертву.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9489" y="1884164"/>
            <a:ext cx="3352716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84" y="2112764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8084" y="2706830"/>
            <a:ext cx="2895528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Комиссар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48084" y="3105642"/>
            <a:ext cx="312412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игрока.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76998" y="1884164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592" y="2112764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5592" y="2706830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Доктор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05592" y="3105642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Защищает.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9585" y="3923506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152106"/>
            <a:ext cx="507987" cy="508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179" y="4746172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Любовница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38179" y="5144984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Блокирует ночное действие.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419489" y="3923506"/>
            <a:ext cx="3352716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084" y="4152106"/>
            <a:ext cx="507987" cy="508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48084" y="4746172"/>
            <a:ext cx="2895528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Журналист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648084" y="5144984"/>
            <a:ext cx="312412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Сравнивает двух игроков.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76998" y="3923506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592" y="4152106"/>
            <a:ext cx="507987" cy="508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05592" y="4746172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Мирный житель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305592" y="5144984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Ищет мафию голосованием.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3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538708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Ночь и день сменяют друг друга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585" y="3598962"/>
            <a:ext cx="3159641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Ночь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585" y="4011116"/>
            <a:ext cx="3159641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Особые роли делают ход втайне.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16" y="2201962"/>
            <a:ext cx="3840364" cy="3840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19609" y="3735884"/>
            <a:ext cx="30399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3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422370" y="3454698"/>
            <a:ext cx="3159740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День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422370" y="3866852"/>
            <a:ext cx="3159740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живые игроки, включая ботов, обсуждают в чате и голосуют за изгнание.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16" y="2201962"/>
            <a:ext cx="3840364" cy="3840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7790" y="4198144"/>
            <a:ext cx="30399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3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304792" y="6217936"/>
            <a:ext cx="1158211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Таймер ведёт партию.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75182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ВО ВРЕМЯ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690862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Игровая комната: всё важное на одном экране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645966"/>
            <a:ext cx="3301917" cy="1403945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849506"/>
            <a:ext cx="284472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Ваша роль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3248319"/>
            <a:ext cx="284472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роли и счётчик живых мафий и мирных.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16295" y="2645966"/>
            <a:ext cx="3301917" cy="1403945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8" name="Text 6"/>
          <p:cNvSpPr/>
          <p:nvPr/>
        </p:nvSpPr>
        <p:spPr>
          <a:xfrm>
            <a:off x="4444889" y="2849506"/>
            <a:ext cx="284472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Ход партии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44889" y="3248319"/>
            <a:ext cx="307332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Лента событий и чат.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4221361"/>
            <a:ext cx="6908627" cy="1115417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424902"/>
            <a:ext cx="645143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Сетка игроков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79" y="4823714"/>
            <a:ext cx="66800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Погибшие раскрываются красным с ролью.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ЗА ПРЕДЕЛАМИ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Прогрессия и социальный слой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819400"/>
            <a:ext cx="5333867" cy="1903512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819400"/>
            <a:ext cx="5333867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50069"/>
            <a:ext cx="487667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Прогресс игрока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533477"/>
            <a:ext cx="4876678" cy="9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Опыт, уровни и звания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Серебряные и золотые монеты за победы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Статистика и история ролей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819400"/>
            <a:ext cx="5333867" cy="1903512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2819400"/>
            <a:ext cx="5333867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3050069"/>
            <a:ext cx="487667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Связи и оформление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76838" y="3533477"/>
            <a:ext cx="4876678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Друзья, приглашения и личный чат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Магазин и темы оформления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7093" y="610658"/>
            <a:ext cx="792460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ГРАНИЦА ПРОТОТИПА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267093" y="802009"/>
            <a:ext cx="731501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Что дальше: от прототипа к релизу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267093" y="2357338"/>
            <a:ext cx="7315017" cy="1481634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6" name="Text 3"/>
          <p:cNvSpPr/>
          <p:nvPr/>
        </p:nvSpPr>
        <p:spPr>
          <a:xfrm>
            <a:off x="4495688" y="2549907"/>
            <a:ext cx="685782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Сейчас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495688" y="3037380"/>
            <a:ext cx="685782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устройств и серверная синхронизация не реализованы.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67093" y="4143772"/>
            <a:ext cx="7315017" cy="1481634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Text 6"/>
          <p:cNvSpPr/>
          <p:nvPr/>
        </p:nvSpPr>
        <p:spPr>
          <a:xfrm>
            <a:off x="4495688" y="4336341"/>
            <a:ext cx="685782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Дальше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495688" y="4823813"/>
            <a:ext cx="685782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онлайн, наполнение магазина, публичные комнаты и рейтинг.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2026-10-13T06:55:04Z</dcterms:created>
  <dcterms:modified xsi:type="dcterms:W3CDTF">2026-10-13T06:55:04Z</dcterms:modified>
</cp:coreProperties>
</file>